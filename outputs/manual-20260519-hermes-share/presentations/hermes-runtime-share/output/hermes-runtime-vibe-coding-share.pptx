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0fade5557432a" /><Relationship Type="http://schemas.openxmlformats.org/officeDocument/2006/relationships/extended-properties" Target="/docProps/app.xml" Id="Rf17b9dd60e45498a" /><Relationship Type="http://schemas.openxmlformats.org/officeDocument/2006/relationships/officeDocument" Target="/ppt/presentation.xml" Id="Rcd483f0c5009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b2315f1394369"/>
  </p:sldMasterIdLst>
  <p:notesMasterIdLst>
    <p:notesMasterId xmlns:r="http://schemas.openxmlformats.org/officeDocument/2006/relationships" r:id="Rf116eca8b0924edc"/>
  </p:notesMasterIdLst>
  <p:sldIdLst>
    <p:sldId xmlns:r="http://schemas.openxmlformats.org/officeDocument/2006/relationships" id="256" r:id="Ree4cacf2a8f94856"/>
    <p:sldId xmlns:r="http://schemas.openxmlformats.org/officeDocument/2006/relationships" id="257" r:id="Rc533acafed2d419c"/>
    <p:sldId xmlns:r="http://schemas.openxmlformats.org/officeDocument/2006/relationships" id="258" r:id="Rc36fe9a767314d16"/>
    <p:sldId xmlns:r="http://schemas.openxmlformats.org/officeDocument/2006/relationships" id="259" r:id="R95e596b70ae64701"/>
    <p:sldId xmlns:r="http://schemas.openxmlformats.org/officeDocument/2006/relationships" id="260" r:id="R58324f5dfe0b4e1c"/>
    <p:sldId xmlns:r="http://schemas.openxmlformats.org/officeDocument/2006/relationships" id="261" r:id="R3e0f14d82d6d4e62"/>
    <p:sldId xmlns:r="http://schemas.openxmlformats.org/officeDocument/2006/relationships" id="262" r:id="R7388e036c0b14bbb"/>
    <p:sldId xmlns:r="http://schemas.openxmlformats.org/officeDocument/2006/relationships" id="263" r:id="Rd9e3cfddc7314b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b2315f1394369" /><Relationship Type="http://schemas.openxmlformats.org/officeDocument/2006/relationships/theme" Target="/ppt/theme/theme1.xml" Id="Rfe7d1fee5a484d7d" /><Relationship Type="http://schemas.openxmlformats.org/officeDocument/2006/relationships/notesMaster" Target="/ppt/notesMasters/notesMaster1.xml" Id="Rf116eca8b0924edc" /><Relationship Type="http://schemas.openxmlformats.org/officeDocument/2006/relationships/presProps" Target="/ppt/presProps.xml" Id="R150c329bc2cc4229" /><Relationship Type="http://schemas.openxmlformats.org/officeDocument/2006/relationships/viewProps" Target="/ppt/viewProps.xml" Id="R12b7fa0ba4e44e8d" /><Relationship Type="http://schemas.openxmlformats.org/officeDocument/2006/relationships/tableStyles" Target="/ppt/tableStyles.xml" Id="R8039d85e6bbe4e94" /><Relationship Type="http://schemas.openxmlformats.org/officeDocument/2006/relationships/slide" Target="/ppt/slides/slide1.xml" Id="Ree4cacf2a8f94856" /><Relationship Type="http://schemas.openxmlformats.org/officeDocument/2006/relationships/slide" Target="/ppt/slides/slide2.xml" Id="Rc533acafed2d419c" /><Relationship Type="http://schemas.openxmlformats.org/officeDocument/2006/relationships/slide" Target="/ppt/slides/slide3.xml" Id="Rc36fe9a767314d16" /><Relationship Type="http://schemas.openxmlformats.org/officeDocument/2006/relationships/slide" Target="/ppt/slides/slide4.xml" Id="R95e596b70ae64701" /><Relationship Type="http://schemas.openxmlformats.org/officeDocument/2006/relationships/slide" Target="/ppt/slides/slide5.xml" Id="R58324f5dfe0b4e1c" /><Relationship Type="http://schemas.openxmlformats.org/officeDocument/2006/relationships/slide" Target="/ppt/slides/slide6.xml" Id="R3e0f14d82d6d4e62" /><Relationship Type="http://schemas.openxmlformats.org/officeDocument/2006/relationships/slide" Target="/ppt/slides/slide7.xml" Id="R7388e036c0b14bbb" /><Relationship Type="http://schemas.openxmlformats.org/officeDocument/2006/relationships/slide" Target="/ppt/slides/slide8.xml" Id="Rd9e3cfddc731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532534985b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539fec1434afa" /><Relationship Type="http://schemas.openxmlformats.org/officeDocument/2006/relationships/notesMaster" Target="/ppt/notesMasters/notesMaster1.xml" Id="R5743e811baa1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35513bfc804f0b" /><Relationship Type="http://schemas.openxmlformats.org/officeDocument/2006/relationships/notesMaster" Target="/ppt/notesMasters/notesMaster1.xml" Id="R71859ac4bf6d4c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a601f9d3f24605" /><Relationship Type="http://schemas.openxmlformats.org/officeDocument/2006/relationships/notesMaster" Target="/ppt/notesMasters/notesMaster1.xml" Id="R59f302327e6d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e99b4dd384dac" /><Relationship Type="http://schemas.openxmlformats.org/officeDocument/2006/relationships/notesMaster" Target="/ppt/notesMasters/notesMaster1.xml" Id="R8ad0d6bf48cd4f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16e681df2e4996" /><Relationship Type="http://schemas.openxmlformats.org/officeDocument/2006/relationships/notesMaster" Target="/ppt/notesMasters/notesMaster1.xml" Id="Rd9050b028a754c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a3bb909f546b1" /><Relationship Type="http://schemas.openxmlformats.org/officeDocument/2006/relationships/notesMaster" Target="/ppt/notesMasters/notesMaster1.xml" Id="R4cffbb1e86954b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0aa5fd2d1744fa" /><Relationship Type="http://schemas.openxmlformats.org/officeDocument/2006/relationships/notesMaster" Target="/ppt/notesMasters/notesMaster1.xml" Id="Rb6673e8c80f341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a8890e5040444d" /><Relationship Type="http://schemas.openxmlformats.org/officeDocument/2006/relationships/notesMaster" Target="/ppt/notesMasters/notesMaster1.xml" Id="R1d8a2724776a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f28c1f86640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b52daecc9b4ac5" /><Relationship Type="http://schemas.openxmlformats.org/officeDocument/2006/relationships/slideLayout" Target="/ppt/slideLayouts/slideLayout2.xml" Id="Ra4b891e6d474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891e6d474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c520862f34e9c" /><Relationship Type="http://schemas.openxmlformats.org/officeDocument/2006/relationships/notesSlide" Target="/ppt/notesSlides/notesSlide1.xml" Id="R06e3b57c540d47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0fb7f9be2f4ea0" /><Relationship Type="http://schemas.openxmlformats.org/officeDocument/2006/relationships/notesSlide" Target="/ppt/notesSlides/notesSlide2.xml" Id="R7d17c9f1f40d4b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6ddec14bb4f14" /><Relationship Type="http://schemas.openxmlformats.org/officeDocument/2006/relationships/notesSlide" Target="/ppt/notesSlides/notesSlide3.xml" Id="Rb1e719c6519d4e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c3003dcae47cd" /><Relationship Type="http://schemas.openxmlformats.org/officeDocument/2006/relationships/notesSlide" Target="/ppt/notesSlides/notesSlide4.xml" Id="R189b81c1316548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4bae8bb5184001" /><Relationship Type="http://schemas.openxmlformats.org/officeDocument/2006/relationships/notesSlide" Target="/ppt/notesSlides/notesSlide5.xml" Id="R17e2906003de41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c30121ec14d81" /><Relationship Type="http://schemas.openxmlformats.org/officeDocument/2006/relationships/notesSlide" Target="/ppt/notesSlides/notesSlide6.xml" Id="R29a9c51aaf31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2ac2911b9f4103" /><Relationship Type="http://schemas.openxmlformats.org/officeDocument/2006/relationships/notesSlide" Target="/ppt/notesSlides/notesSlide7.xml" Id="Rc87484fce2e9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4a3e993304ec7" /><Relationship Type="http://schemas.openxmlformats.org/officeDocument/2006/relationships/notesSlide" Target="/ppt/notesSlides/notesSlide8.xml" Id="R3c390dd2a6d94d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D4039-9FFE-4DF8-A56E-FC13E3E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A3F5B-FEE8-44D6-A91F-5735E45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CAA6A-80A3-4D85-B7D7-088A274C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275A-AF9F-4561-9D34-81731F6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PROJECT MEMORY SKILL 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C0EAC-6059-4733-91D4-EC3CE890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  <a:p xmlns:a="http://schemas.openxmlformats.org/drawingml/2006/main">
            <a:pPr algn="l">
              <a:def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让 Vibe Coding 留下工程记忆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4DEC0-7D2B-49D0-A313-0D36CEF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一个非侵入式通用 skill：默认不改项目结构，却能让 AI 在开发、修复、决策和交接时保留可恢复上下文。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E1B00-35F6-4F1E-8D1B-EC29F553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B31"/>
          </a:solidFill>
          <a:ln xmlns:a="http://schemas.openxmlformats.org/drawingml/2006/main" w="9525">
            <a:solidFill>
              <a:srgbClr val="2549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DF421-AADE-4E80-A4DF-37C01039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INSTALL SKILL = DOCUMENTATION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E38C-E2D0-4008-9093-FE7BD189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76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3B"/>
          </a:solidFill>
          <a:ln xmlns:a="http://schemas.openxmlformats.org/drawingml/2006/main" w="9525">
            <a:solidFill>
              <a:srgbClr val="3157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F4BBF-23F9-4341-9176-C93574F5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52850"/>
            <a:ext cx="3162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FC7FF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AFC7FF"/>
                </a:solidFill>
                <a:latin typeface="Menlo"/>
                <a:ea typeface="Menlo"/>
                <a:cs typeface="Menlo"/>
              </a:rPr>
              <a:t>INITIALIZE MEMORY = FULL PROJECT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824F3-876B-40B8-89F7-010C598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2781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D22"/>
          </a:solidFill>
          <a:ln xmlns:a="http://schemas.openxmlformats.org/drawingml/2006/main" w="9525">
            <a:solidFill>
              <a:srgbClr val="2447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FBC5A-D052-46EA-ADF1-45EF4BF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vibe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CE9CE-0D4D-4668-8085-0C6F1A89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速度很快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C13F9-3923-41D4-98EC-8EAB265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1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8C638-E937-4F7F-8F14-97CE1D51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A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A66"/>
                </a:solidFill>
                <a:latin typeface="PingFang SC"/>
                <a:ea typeface="PingFang SC"/>
                <a:cs typeface="PingFang SC"/>
              </a:rPr>
              <a:t>但上下文</a:t>
            </a:r>
          </a:p>
          <a:p xmlns:a="http://schemas.openxmlformats.org/drawingml/2006/main">
            <a:pPr algn="l">
              <a:defRPr sz="1800" b="1">
                <a:solidFill>
                  <a:srgbClr val="FFCA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A66"/>
                </a:solidFill>
                <a:latin typeface="PingFang SC"/>
                <a:ea typeface="PingFang SC"/>
                <a:cs typeface="PingFang SC"/>
              </a:rPr>
              <a:t>经常丢失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56D48-2528-41CF-9576-FB8A96F2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Hermes 让每次行动</a:t>
            </a:r>
          </a:p>
          <a:p xmlns:a="http://schemas.openxmlformats.org/drawingml/2006/main">
            <a:pPr algn="l">
              <a:defRPr sz="1013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变成下一次可读取的工程记忆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3008B-77EF-4D49-86AC-5EB3EF2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5"/>
          </a:solidFill>
          <a:ln xmlns:a="http://schemas.openxmlformats.org/drawingml/2006/main" w="9525">
            <a:solidFill>
              <a:srgbClr val="2447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76DEB-1752-4A5D-A290-E401675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69CF-637E-461E-8B99-6FBA201E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默认创建文件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52585-A521-4D32-88E6-3EE8530A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不会偷偷污染项目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25272-E949-4794-A690-603CF752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434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5"/>
          </a:solidFill>
          <a:ln xmlns:a="http://schemas.openxmlformats.org/drawingml/2006/main" w="9525">
            <a:solidFill>
              <a:srgbClr val="2447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E61B1-B1A8-4327-B068-A0A8B6DF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149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11445-4D1F-4A82-83D4-EB7600DE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340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记忆对象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B5F6A-361C-4811-921D-A6DB262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626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Task / Bug / Feature / ADR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304FE-40AB-4ACE-AA26-3BDCE586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43450"/>
            <a:ext cx="2714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5"/>
          </a:solidFill>
          <a:ln xmlns:a="http://schemas.openxmlformats.org/drawingml/2006/main" w="9525">
            <a:solidFill>
              <a:srgbClr val="2447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6E5BD-52BE-497C-9519-5610A003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14900"/>
            <a:ext cx="2371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D81FC-0958-4CDE-A232-7E8422AC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0"/>
            <a:ext cx="2371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46A17-E040-4768-829F-BD76A49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62600"/>
            <a:ext cx="2371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skills/hermes-runtime/SKILL.md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2E137-1FAD-4289-92E0-522C1D4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673F2-FDBE-4E1B-A6F6-4E98F78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 分享稿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5F29C-F700-4559-99CD-599B5B26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76669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62AFA-408B-4800-AE74-D031F19C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DE216-350C-44E9-A794-930DC5A8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F3422-9DA5-4F12-82D3-99E99681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248C4-03F8-490F-9EFD-CCFDED76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WHERE VIBE CODING BREAKS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D7084-B92F-4198-92D7-E400675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19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Vibe Coding 不是慢，</a:t>
            </a:r>
          </a:p>
          <a:p xmlns:a="http://schemas.openxmlformats.org/drawingml/2006/main">
            <a:pPr algn="l">
              <a:def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而是“记不住”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183C3-BBA1-4B84-A79B-F3DDCD04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561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AI 能快速生成代码，但工程协作需要的不只是代码：还需要动机、边界、验证、决策和后续接手线索。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C591A-86AD-4935-93F2-352E2019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B08EB-C634-4292-9B3D-7F96E468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09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对话即上下文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4C6E2-78DA-4DD3-B8EB-D08CEF6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1657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上下文存在聊天里，换会话后迅速蒸发。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6C52-338B-4D44-A27A-9E30443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38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C7B40-9BEC-47E1-9F0E-8D88E0A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09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代码即结果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5B434-638F-4DC0-B51D-81C36574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95450"/>
            <a:ext cx="1657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改动落在仓库里，原因和取舍却没有落地。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300B7-799A-4799-9882-2E38864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17E08-EC0B-4BFD-B6E9-0C2E969C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验证即口头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A03A3-9370-4FE6-8459-1CC671C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1657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“应该好了”经常替代可复查的验证记录。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1377C-E2E2-4CE0-8CB9-AB5898F5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38C30-2315-4F9C-B856-9C22F462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交接即重读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B8165-4786-41E8-9A76-A2647F0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1657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下一个 AI 或开发者只能重新扫仓库猜意图。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986E6-4604-49DF-8B86-1C94D57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3"/>
          </a:solidFill>
          <a:ln xmlns:a="http://schemas.openxmlformats.org/drawingml/2006/main" w="9525">
            <a:solidFill>
              <a:srgbClr val="2B4C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50F1A-6B01-4A3D-8CD4-F71C482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83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痛点不是 AI 不会写代码，而是项目没有稳定的“记忆协议”。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E9860-26A2-4873-B780-1B5B811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44B26-1BB2-4C13-B85B-4693D0F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93837-291C-42B3-B030-0992CC2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4908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4DCC1-72F4-40B1-B652-E2296A5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4A55-0124-421E-B04D-C2F1130F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B8584-C0EB-4B7A-94A4-A4BAE67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8AAB6-047D-460A-AB18-407E44A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FAILURE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7E757-BACC-4924-8087-2CCCDB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一次开发结束后，</a:t>
            </a:r>
          </a:p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真正丢掉的是这些东西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C4A77-535E-4883-AE4B-A32BAE2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代码进入仓库，但工程记忆没有进入仓库。几天后，团队重新为同一个问题付费。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E0C25-3912-43C9-9DC6-2272C6F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为什么改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508E6-0554-46CD-AFD6-F7B7688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4327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1B342-5A67-425A-B47B-A568A403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289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业务动机、限制条件、非目标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CB361-9073-421C-AA29-026A97E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怎么改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56D43-D8E9-41D3-A494-8454F6FA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9572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6FDDB-AE98-437B-A47E-96E81A0B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关键文件、边界、复用路径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FD3F-8136-411C-91C6-E6909EA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如何验证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5C8C3-78F2-44C2-87DA-20FF846B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87B30-CA73-4240-8E34-F96503B4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命令、结果、未覆盖风险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1456E-CFA4-4257-A659-D36EA31F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后续状态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0F919-1B90-40DF-9A94-D133990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0062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B595D-7AA5-46D2-A317-627ED98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863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当前问题、下一步、待决策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2D030-5F8F-4E88-A096-20ECF21C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763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1B"/>
          </a:solidFill>
          <a:ln xmlns:a="http://schemas.openxmlformats.org/drawingml/2006/main" w="9525">
            <a:solidFill>
              <a:srgbClr val="6E34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7B4A3-AEA6-4F5E-A4AF-87A5940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00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A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CA66"/>
                </a:solidFill>
                <a:latin typeface="PingFang SC"/>
                <a:ea typeface="PingFang SC"/>
                <a:cs typeface="PingFang SC"/>
              </a:rPr>
              <a:t>看似完成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EA0B6-2ABF-4DE3-8750-394740A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实际上只是代码闭环，</a:t>
            </a:r>
          </a:p>
          <a:p xmlns:a="http://schemas.openxmlformats.org/drawingml/2006/main">
            <a:pPr algn="l">
              <a:def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不是工程闭环。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69328-B247-48E1-A3E0-841260D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813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2A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FDD41-6E04-4183-93CF-3B1C990D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Hermes 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A6136-10F7-402F-881C-9FD3D439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让每次任务留下</a:t>
            </a:r>
          </a:p>
          <a:p xmlns:a="http://schemas.openxmlformats.org/drawingml/2006/main">
            <a:pPr algn="l">
              <a:def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下一次可恢复的上下文。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E7D9A-3614-46F5-A09A-E9DE9F40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25372-2052-476B-AACF-3CF842B9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414F3F-2937-40D0-B9D7-38465F44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84065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275E7-D13C-4011-9D8D-C5FF5C4D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7CFB4-FEB0-413C-8502-7195AC83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C3142-F02D-4B1C-8665-11AFD30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A8DD3-6FC2-49AC-8B17-FE4F429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ROOT 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4E822-3FA3-4BA6-8BED-74AAF02B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28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AI 有执行能力，</a:t>
            </a:r>
          </a:p>
          <a:p xmlns:a="http://schemas.openxmlformats.org/drawingml/2006/main">
            <a:pPr algn="l">
              <a:def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项目缺少记忆协议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C239F-5175-47C1-A11A-B740864D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没有协议时，AI 会自然偏向“完成当前回答”。有协议时，AI 才会把任务结果沉淀成可复用资产。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BDE15-AF2A-4166-AD5D-50DC06F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7EE6E-1589-4ED9-AA78-998A321C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E7021-7E4E-414F-8F03-3E0BADD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276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用户意图</a:t>
            </a:r>
          </a:p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临时、口语化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9545-CFF5-4B05-BD39-CDC7FAD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5C3C7-8597-43B7-8A40-AD28E5A9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195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0E2C7-A960-4B71-AA8C-B4F1FC7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957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F242-BFBA-4204-A3AB-A610886E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50BE-A9BE-43BA-9B55-5D106F96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AI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808C3-C7CA-4346-A86E-C06DC1D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生成代码</a:t>
            </a:r>
          </a:p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解释方案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CAAB6-8D3E-4E28-8469-4172D76D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D41B5-BE4C-4F5E-93F9-4E3049A4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195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DB765-84A7-400F-99CD-22E511F3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957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88AC3-2549-4B24-A900-B91E246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1B"/>
          </a:solidFill>
          <a:ln xmlns:a="http://schemas.openxmlformats.org/drawingml/2006/main" w="9525">
            <a:solidFill>
              <a:srgbClr val="8B42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1A4A9-EEF1-4864-9778-70922FE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3B310-C2F5-40E3-801D-3A14C71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仓库变化</a:t>
            </a:r>
          </a:p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但上下文缺口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A6551-2D51-4D7A-974E-E43BD57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38250"/>
            <a:ext cx="2857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5"/>
          </a:solidFill>
          <a:ln xmlns:a="http://schemas.openxmlformats.org/drawingml/2006/main" w="9525">
            <a:solidFill>
              <a:srgbClr val="294B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C9DD1-C23B-4AAD-A4A1-80E45BD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缺失的协议层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5CF5C-D7DC-4726-ADFE-3EF4E17C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D7CDF-80FF-4A7C-9736-467795C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任务如何开始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3C6FA-6B7C-46DB-A44A-6E4B358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F6B19-185F-4465-8283-82F8500C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该读哪些记忆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9E060-8FB8-4234-B9F1-5F1E133F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5625B-8691-4955-8E34-A615EBFD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该留下哪些记录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49052-2398-4C0C-9F09-CB7162E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992CFD-983D-404B-AAEB-A77F1F4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何时算真正完成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2DC5C-DEF9-4E8F-99AF-D34002A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B2BD8-0B80-4018-AF56-CD51C009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0C40AE-BC74-496E-BCBC-BF7F2C61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17206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DD9ED-A060-41D7-B2EF-947E2C8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D5740-D99A-436B-BDF3-5954A79E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693B-14D7-4129-AB54-428FF444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4D2F0-0C91-4482-A105-AE531E3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12CF4-367B-4311-BAB6-34FCD4F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Hermes Runtime：</a:t>
            </a:r>
          </a:p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非侵入式项目记忆 Skill Pack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DCD47-C347-4A64-AAD3-2D4F7DA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它不是一个必须复制进项目的框架，而是给 AI 的工作方式：先找已有文档，按任务类型路由上下文，完成前做文档闭环。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8D3B4-F4B2-44BC-84EA-512206AA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A2B42-9FF1-47F3-B60D-5002259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Memory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E0EAB-70EC-4695-A0F3-338DF105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只读取当前任务相关的 README、docs、memory、ADR 或 tickets。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8335E-EDF5-4AF7-9124-AE87CC5D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9525">
            <a:solidFill>
              <a:srgbClr val="2B4C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51DFC-4B3A-453B-A25D-D4A3A8DE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38173-5A91-4782-A019-9620B1AF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D9C6-5C59-404D-A8F2-B22867E0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Task Ticketing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AF632-963C-42DC-9C15-BE1C2472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需要时记录任务目标、改动、验证和后续事项。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DB2C8-9DAB-4CA9-A2A7-33646BE7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9525">
            <a:solidFill>
              <a:srgbClr val="2B4C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5D043-0B01-4CBF-A452-082BF47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95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4DC7C-3FEB-4ED6-9F65-4E88B61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4E395-E2CF-4E38-B4B0-FA06EEE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86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Documentation Closure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D927E-EF41-4623-90D8-103950E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2609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代码完成前检查 Bug、Feature、ADR、Current State 是否需要更新。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CC1CC-DD17-4BC4-925F-82E2D27A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970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9525">
            <a:solidFill>
              <a:srgbClr val="2B4C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4747C-2F8F-462F-89B1-8AA0A83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95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F64F2-4608-4E69-9CFC-C944D560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477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3"/>
          </a:solidFill>
          <a:ln xmlns:a="http://schemas.openxmlformats.org/drawingml/2006/main" w="9525">
            <a:solidFill>
              <a:srgbClr val="2B4C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BE29B-550D-431C-8CAE-8681E69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906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默认不创建文件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40A52-9554-4A65-A800-6493079D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只有用户明确初始化项目记忆时，才生成 memory/hermes/docs。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E08B6-737F-4631-B3F6-837FC6E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36E5E-7EFC-47DA-A6A2-F135B8AB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3E207-F9D2-4686-83B6-3D2E02F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3478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3C057-BE47-4B49-87A1-F587905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2BDA8-AAA6-4AA8-BDC4-9B8E50C0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6C6B3-A739-44EB-BB00-16B22972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5E39-72D9-4BAD-9FE7-E62695B0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918FF-C9DA-4F63-8FF3-59F38BD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使用方式：</a:t>
            </a:r>
          </a:p>
          <a:p xmlns:a="http://schemas.openxmlformats.org/drawingml/2006/main">
            <a:pPr algn="l">
              <a:def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先做 Skill，再按需初始化记忆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13D47-8879-4502-B2A5-EBB3D4DB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28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安装 skill 后，Hermes 就能约束 AI 的工作方式。完整项目记忆模式需要用户明确开启。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E6D5-AB49-4201-AB9E-578E18D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BB244-ED66-4347-903E-F5F09D78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安装 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EADF8-86D9-4D75-9528-41352CCE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skills/hermes-runtime/SKILL.md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623C6-1757-4E4C-8475-2C681FC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B7F7-C36E-4A6B-960A-1CBE5EF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57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8916D-0F31-44C4-8721-6610FC28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0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53A7A-B0BB-4347-B34B-8EF78F3D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862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E079D-7D2B-4A6A-A2A0-0AF21BE2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FD2B5-11F2-4F00-AE81-52E05F21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95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正常任务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447ED-D54C-494D-BF3E-1529CB58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使用已有 docs /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C0D5C-DD9D-494E-BAAB-B56EAB7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5F3FF-B659-475A-B45D-A69E00A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CD7EE-6B10-4B82-A02A-10F39BE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0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2A649-E007-4FA2-8348-E5CEA008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862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19E34-EF3A-4E9A-BF12-9D228DB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BA3D5-0E74-419E-BCC7-D91C4B3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完成检查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A192D-49BF-4577-B2D4-769D930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验证 + 上下文可恢复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F0B74-790C-40F0-AB29-26C447D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59443-88E1-485F-8E67-76F2284F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D2BEB-4B70-4D7F-9373-E28C8F8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DFC6C-E516-4B41-8119-CBC35D4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862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7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BA2D5C-A37A-4E48-BA39-DECF2F7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F7E9E-D300-40B8-8800-9FB0DCE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按需初始化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48F9E-AA5B-4BEE-8DC5-1ED53AED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用户批准后创建记忆结构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6306A-7876-42C3-B388-7D4741B2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5C36D-4914-4F50-8816-5C00D151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5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BBB6D-90E2-435F-9751-40FF1242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72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7E5E2"/>
                </a:solidFill>
                <a:latin typeface="Menlo"/>
                <a:ea typeface="Menlo"/>
                <a:cs typeface="Menlo"/>
              </a:defRPr>
            </a:pPr>
            <a:r>
              <a:rPr sz="788" b="0">
                <a:solidFill>
                  <a:srgbClr val="D7E5E2"/>
                </a:solidFill>
                <a:latin typeface="Menlo"/>
                <a:ea typeface="Menlo"/>
                <a:cs typeface="Menlo"/>
              </a:rPr>
              <a:t>推荐提示词：Use Hermes Runtime for this task. Keep context recoverable, but do not create project files unless I explicitly approve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F9C804-83B7-4521-B562-3791880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9E67F-B3D7-4D0F-A74E-5BE2A308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CFC0CF-8540-48C0-A204-991F1A5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6203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4B13F-E2D7-4744-A7DF-C47B35F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4DF1-48EB-48B6-9C64-5A6F3A26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12EE2-A979-47D2-B3AF-C842181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945CA-AF48-46F9-B2C5-B80660D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MEMORY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16785-F343-47A7-80ED-52DBEEB5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完整项目记忆模式</a:t>
            </a:r>
          </a:p>
          <a:p xmlns:a="http://schemas.openxmlformats.org/drawingml/2006/main">
            <a:pPr algn="l">
              <a:defRPr sz="25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五类记录形成工程闭环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78598-4F0A-4A67-A760-D888F844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19050">
            <a:solidFill>
              <a:srgbClr val="2EF2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A54FE-6BE3-4E6C-92A4-90F374FD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Recoverable</a:t>
            </a:r>
          </a:p>
          <a:p xmlns:a="http://schemas.openxmlformats.org/drawingml/2006/main">
            <a:pPr algn="ctr">
              <a:defRPr sz="1575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40237-A0B8-46CE-AF3D-505F296A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0DAA0-0EBD-42EE-9B79-ABD6A19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86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C94F6-BBFE-42A5-ACDE-467B037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目标、范围、改动、验证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CE988-4844-4A1D-B3A2-F52DC3F7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F6775-82BC-4034-AACF-9FE6EAA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Bug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71A0B-D351-47A0-8C3F-A6283E2D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症状、根因、修复、防回归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28C37-47A9-491E-848D-82B9181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240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6ADFD-CD82-4A31-A96C-AAEB8B8A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B6B32-F4C1-4FDD-A7F6-09E33C32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行为、输入输出、边界、历史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75DA9-7963-408C-BAB9-8195859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A2544-E74B-4342-923E-0736CBF6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ADR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C83B6-FFFE-4BAA-BBD5-202A4B39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决策、备选方案、后果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CC537-822C-47EA-97DB-7CB3BF6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BBA0C-50C4-438C-980C-D5964DB9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01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Current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D6162-1BEF-471D-8982-548A496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959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当前重点、问题、下一步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39658-3036-4537-9675-5032C7F6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96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不是多写文档，而是把每次工程行为变成未来可查询的上下文。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3557B-A0E9-4798-8A45-61C57CA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9F71B-E9EC-4F94-AB1D-CE4C8AB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Hermes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A2F2F-591C-460C-8195-309E798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64562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99C6D-1857-43A0-97D7-5C77A1B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E57F4-9057-4B5A-9A41-CB74AEE4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3"/>
              </a:gs>
              <a:gs pos="58000">
                <a:srgbClr val="0B171B"/>
              </a:gs>
              <a:gs pos="100000">
                <a:srgbClr val="0D2429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F7230-9E1F-4B64-85C9-B82D0ED2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F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8845B-C49E-4258-868B-186B974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9DB3B5"/>
                </a:solidFill>
                <a:latin typeface="Menlo"/>
                <a:ea typeface="Menlo"/>
                <a:cs typeface="Menlo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1EA59-3416-4EB5-B3D8-F9794CC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把 AI 写代码，</a:t>
            </a:r>
          </a:p>
          <a:p xmlns:a="http://schemas.openxmlformats.org/drawingml/2006/main">
            <a:pPr algn="l">
              <a:def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升级成 AI 参与工程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96233-838C-4B81-8D6B-E296D81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Hermes Runtime 的价值不是让项目多一套目录，而是让 AI 知道：完成任务必须留下下一次能接上的上下文。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E8C19-0D73-493C-B5B9-B299207B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6"/>
          </a:solidFill>
          <a:ln xmlns:a="http://schemas.openxmlformats.org/drawingml/2006/main" w="9525">
            <a:solidFill>
              <a:srgbClr val="274B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1EE73-F5D6-4C89-AED9-CC047BB4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Install 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7C98C-BC0B-4CF8-A6E2-5F743182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获得 documentation-closure 行为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28DBE-9437-44D2-9127-4D5BF7AD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2E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C5D6D-4537-4DC7-B395-965D235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5FAF8"/>
                </a:solidFill>
                <a:latin typeface="PingFang SC"/>
                <a:ea typeface="PingFang SC"/>
                <a:cs typeface="PingFang SC"/>
              </a:rPr>
              <a:t>Initialize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33862-CFAF-4C16-A312-0A62F01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F2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F2C6"/>
                </a:solidFill>
                <a:latin typeface="PingFang SC"/>
                <a:ea typeface="PingFang SC"/>
                <a:cs typeface="PingFang SC"/>
              </a:rPr>
              <a:t>开启完整项目记忆系统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41DD8-8132-43E5-84EC-482E82A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9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9525">
            <a:solidFill>
              <a:srgbClr val="2EF2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2F291-1680-4FA8-BA46-AB1EAC4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382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713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skills/hermes-runtime/SKILL.md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23FBA-3A67-4BD5-9E1D-A5D0040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53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7E5E2"/>
                </a:solidFill>
                <a:latin typeface="PingFang SC"/>
                <a:ea typeface="PingFang SC"/>
                <a:cs typeface="PingFang SC"/>
              </a:rPr>
              <a:t>Every task can explain what happened.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19501-2577-4BD8-876E-B0913AC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9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02641-5B92-4827-91F7-CFC746D7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9DB3B5"/>
                </a:solidFill>
                <a:latin typeface="PingFang SC"/>
                <a:ea typeface="PingFang SC"/>
                <a:cs typeface="PingFang SC"/>
              </a:rPr>
              <a:t>github.com/jacson10l/Hermes-Runtime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3906F-62CC-4B19-A522-681B8703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F2C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F2C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9875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2026-05-19T04:07:08.3000000Z</dcterms:created>
  <dcterms:modified xsi:type="dcterms:W3CDTF">2026-05-19T04:07:08.3000000Z</dcterms:modified>
</coreProperties>
</file>